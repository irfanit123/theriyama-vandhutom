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stotelica Pro" panose="020B0604020202020204" charset="0"/>
      <p:regular r:id="rId8"/>
    </p:embeddedFont>
    <p:embeddedFont>
      <p:font typeface="Aristotelica Pro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22" autoAdjust="0"/>
  </p:normalViewPr>
  <p:slideViewPr>
    <p:cSldViewPr>
      <p:cViewPr>
        <p:scale>
          <a:sx n="75" d="100"/>
          <a:sy n="75" d="100"/>
        </p:scale>
        <p:origin x="-484" y="-9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IRFANIT123/Theriyama-vandhutom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77654" y="4596466"/>
            <a:ext cx="13462546" cy="4472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Name : </a:t>
            </a:r>
            <a:r>
              <a:rPr lang="en-US" dirty="0" err="1"/>
              <a:t>Theriyama</a:t>
            </a:r>
            <a:r>
              <a:rPr lang="en-US" dirty="0"/>
              <a:t> </a:t>
            </a:r>
            <a:r>
              <a:rPr lang="en-US" dirty="0" err="1"/>
              <a:t>vandhutom</a:t>
            </a:r>
            <a:r>
              <a:rPr lang="en-US" dirty="0"/>
              <a:t>😭💘</a:t>
            </a:r>
            <a:br>
              <a:rPr lang="en-US" dirty="0"/>
            </a:b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Project Name : Navora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Selected Theme : Smart Infrastructure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Type: Software 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Describe what your solution does in one sentence:</a:t>
            </a:r>
            <a:b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</a:br>
            <a:r>
              <a:rPr lang="en-US" sz="2800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</a:t>
            </a:r>
            <a:r>
              <a:rPr lang="en-US" sz="2800" dirty="0"/>
              <a:t>n PRP, I am getting lost, if </a:t>
            </a:r>
            <a:r>
              <a:rPr lang="en-US" sz="2800" dirty="0" err="1"/>
              <a:t>i</a:t>
            </a:r>
            <a:r>
              <a:rPr lang="en-US" sz="2800" dirty="0"/>
              <a:t> were to take a new route </a:t>
            </a:r>
            <a:r>
              <a:rPr lang="en-US" sz="2800" dirty="0" err="1"/>
              <a:t>i</a:t>
            </a:r>
            <a:r>
              <a:rPr lang="en-US" sz="2800" dirty="0"/>
              <a:t> am losing my </a:t>
            </a:r>
            <a:r>
              <a:rPr lang="en-US" sz="2800" dirty="0" err="1"/>
              <a:t>attendence</a:t>
            </a:r>
            <a:r>
              <a:rPr lang="en-US" sz="2800" dirty="0"/>
              <a:t> of coming to class within 15 mins, future aspect is building indoor navigation for malls, airport </a:t>
            </a:r>
            <a:r>
              <a:rPr lang="en-US" sz="2800" dirty="0" err="1"/>
              <a:t>etc</a:t>
            </a:r>
            <a:endParaRPr lang="en-US" sz="2800" dirty="0"/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Members: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Mithunji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B | Mohammed Irfan R| Keshav V | Jashwanthan|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Jayavarshan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A B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77654" y="3605866"/>
            <a:ext cx="43253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TITLE SLIDE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36285" y="4551059"/>
            <a:ext cx="13564529" cy="402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Core Problem: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Students struggle to find classrooms, labs, offices, lifts, stairs and exits inside large multi-floor buildings.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Who Faces It: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New students, visitors, faculty and anyone unfamiliar with the building layout.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When It Occurs: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During class changes, events, emergencies and movement between unfamiliar floors.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Current Gap: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Indoor GPS is unreliable, while static maps and signboards do not provide personalized routes or rerouting.</a:t>
            </a:r>
            <a:br>
              <a:rPr lang="en-US" sz="2000" dirty="0">
                <a:solidFill>
                  <a:srgbClr val="121212"/>
                </a:solidFill>
                <a:latin typeface="Aptos"/>
              </a:rPr>
            </a:b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Theme Alignment: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Navora supports Smart Campus &amp; Mobility through intelligent, accessible and adaptive indoor wayfinding.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36285" y="3560459"/>
            <a:ext cx="513993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PROBLEM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71800" y="4628442"/>
            <a:ext cx="14048827" cy="2474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What We Build: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A smart indoor navigation platform for campus buildings.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Approach: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Convert floor maps into a walkable graph and use A* to calculate the shortest valid route.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18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Core Capabilities: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Room search, lift/stair routing, multi-floor navigation, exits, blocked-path rerouting and manual checkpoints.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18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User Value: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Faster and clearer wayfinding even where indoor GPS cannot reliably locate the user.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56097" y="3633417"/>
            <a:ext cx="526152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SOLUTION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A05CE7FA-0C5B-7372-6F22-2DC359D8AEDB}"/>
              </a:ext>
            </a:extLst>
          </p:cNvPr>
          <p:cNvSpPr/>
          <p:nvPr/>
        </p:nvSpPr>
        <p:spPr>
          <a:xfrm>
            <a:off x="4645152" y="6316612"/>
            <a:ext cx="2148840" cy="749808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2. Compute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A* shortest route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44F2929F-3AA1-88C9-D0BB-E60DA5372313}"/>
              </a:ext>
            </a:extLst>
          </p:cNvPr>
          <p:cNvSpPr/>
          <p:nvPr/>
        </p:nvSpPr>
        <p:spPr>
          <a:xfrm>
            <a:off x="6995160" y="6316612"/>
            <a:ext cx="2148840" cy="74980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3. Navigate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map + directions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C7EB7152-66D7-7ABC-70B7-8BFD9C9737BB}"/>
              </a:ext>
            </a:extLst>
          </p:cNvPr>
          <p:cNvSpPr/>
          <p:nvPr/>
        </p:nvSpPr>
        <p:spPr>
          <a:xfrm>
            <a:off x="9345168" y="6316612"/>
            <a:ext cx="2148840" cy="749808"/>
          </a:xfrm>
          <a:prstGeom prst="roundRect">
            <a:avLst/>
          </a:prstGeom>
          <a:solidFill>
            <a:srgbClr val="F6EE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4. Confirm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checkpoint progress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7E53E169-83C9-881C-5D8C-FCA700B90420}"/>
              </a:ext>
            </a:extLst>
          </p:cNvPr>
          <p:cNvSpPr/>
          <p:nvPr/>
        </p:nvSpPr>
        <p:spPr>
          <a:xfrm>
            <a:off x="11695176" y="6316612"/>
            <a:ext cx="2148840" cy="749808"/>
          </a:xfrm>
          <a:prstGeom prst="roundRect">
            <a:avLst/>
          </a:prstGeom>
          <a:solidFill>
            <a:srgbClr val="FFEBED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5. Adapt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reroute if blocked</a:t>
            </a:r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D43605BA-0D5E-2568-6AD9-7FC43FBC56BA}"/>
              </a:ext>
            </a:extLst>
          </p:cNvPr>
          <p:cNvCxnSpPr/>
          <p:nvPr/>
        </p:nvCxnSpPr>
        <p:spPr>
          <a:xfrm>
            <a:off x="4443984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873A76AB-BD73-E077-14F0-D88AC43FF847}"/>
              </a:ext>
            </a:extLst>
          </p:cNvPr>
          <p:cNvCxnSpPr/>
          <p:nvPr/>
        </p:nvCxnSpPr>
        <p:spPr>
          <a:xfrm>
            <a:off x="6793992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9">
            <a:extLst>
              <a:ext uri="{FF2B5EF4-FFF2-40B4-BE49-F238E27FC236}">
                <a16:creationId xmlns:a16="http://schemas.microsoft.com/office/drawing/2014/main" id="{575232F6-8C38-9CA5-5AAA-0E1D4D2CA103}"/>
              </a:ext>
            </a:extLst>
          </p:cNvPr>
          <p:cNvCxnSpPr/>
          <p:nvPr/>
        </p:nvCxnSpPr>
        <p:spPr>
          <a:xfrm>
            <a:off x="9144000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20">
            <a:extLst>
              <a:ext uri="{FF2B5EF4-FFF2-40B4-BE49-F238E27FC236}">
                <a16:creationId xmlns:a16="http://schemas.microsoft.com/office/drawing/2014/main" id="{135D564F-3551-63F1-5398-D13FA972E458}"/>
              </a:ext>
            </a:extLst>
          </p:cNvPr>
          <p:cNvCxnSpPr/>
          <p:nvPr/>
        </p:nvCxnSpPr>
        <p:spPr>
          <a:xfrm>
            <a:off x="11494008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F9F060AA-8439-80E5-A946-7DB3ECE3F0B3}"/>
              </a:ext>
            </a:extLst>
          </p:cNvPr>
          <p:cNvSpPr/>
          <p:nvPr/>
        </p:nvSpPr>
        <p:spPr>
          <a:xfrm>
            <a:off x="2289347" y="6291346"/>
            <a:ext cx="2148840" cy="749808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1. Choose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start &amp; destination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45483" y="3639366"/>
            <a:ext cx="64245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USER EXPERIENCE</a:t>
            </a:r>
          </a:p>
        </p:txBody>
      </p:sp>
      <p:sp>
        <p:nvSpPr>
          <p:cNvPr id="9" name="Freeform 9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8815" y="4986369"/>
            <a:ext cx="14782431" cy="1778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Entry: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Search a room/exit or use outdoor GPS to identify the nearest building entrance.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Interaction: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Choose destination and preferred mode (lift or stairs); Navora displays the route and turn-by-turn guidance.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Indoor Progress: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Confirm visible checkpoints near recognizable rooms; completed route sections fade automatically.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Outcome: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Reach the destination with the option to undo progress or reroute when a lift/stair is unavailable.</a:t>
            </a:r>
            <a:endParaRPr lang="en-US" sz="2499" dirty="0">
              <a:solidFill>
                <a:srgbClr val="000000"/>
              </a:solidFill>
              <a:latin typeface="Aristotelica Pro"/>
              <a:cs typeface="Aristotelica Pro"/>
              <a:sym typeface="Aristotelica Pro"/>
            </a:endParaRP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endParaRPr lang="en-US" dirty="0">
              <a:solidFill>
                <a:srgbClr val="121212"/>
              </a:solidFill>
              <a:latin typeface="Aptos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99325CAF-EB5B-E233-6CAC-608ECDAC0AB3}"/>
              </a:ext>
            </a:extLst>
          </p:cNvPr>
          <p:cNvSpPr/>
          <p:nvPr/>
        </p:nvSpPr>
        <p:spPr>
          <a:xfrm>
            <a:off x="4523232" y="6634531"/>
            <a:ext cx="2423160" cy="713232"/>
          </a:xfrm>
          <a:prstGeom prst="roundRect">
            <a:avLst/>
          </a:prstGeom>
          <a:solidFill>
            <a:srgbClr val="F0FA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2. Choose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lift / stairs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14A5C298-A14B-9AD4-8788-25B5D4150FC4}"/>
              </a:ext>
            </a:extLst>
          </p:cNvPr>
          <p:cNvSpPr/>
          <p:nvPr/>
        </p:nvSpPr>
        <p:spPr>
          <a:xfrm>
            <a:off x="7239000" y="6634531"/>
            <a:ext cx="2423160" cy="713232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3. Follow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map + checkpoints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00DEF0ED-10F5-D6A5-17A3-895A00B30098}"/>
              </a:ext>
            </a:extLst>
          </p:cNvPr>
          <p:cNvSpPr/>
          <p:nvPr/>
        </p:nvSpPr>
        <p:spPr>
          <a:xfrm>
            <a:off x="9954768" y="6634531"/>
            <a:ext cx="2423160" cy="713232"/>
          </a:xfrm>
          <a:prstGeom prst="roundRect">
            <a:avLst/>
          </a:prstGeom>
          <a:solidFill>
            <a:srgbClr val="F6F0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4. Arrive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or reroute</a:t>
            </a: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BB89AE64-6F88-D33E-0B94-C3B127E7F30A}"/>
              </a:ext>
            </a:extLst>
          </p:cNvPr>
          <p:cNvCxnSpPr/>
          <p:nvPr/>
        </p:nvCxnSpPr>
        <p:spPr>
          <a:xfrm>
            <a:off x="4230624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61CFA6CD-27A7-E766-B5AD-3FD6E171DF4F}"/>
              </a:ext>
            </a:extLst>
          </p:cNvPr>
          <p:cNvCxnSpPr/>
          <p:nvPr/>
        </p:nvCxnSpPr>
        <p:spPr>
          <a:xfrm>
            <a:off x="6946392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F0C25BA3-B1C6-338B-4800-3D66CB1E1EA5}"/>
              </a:ext>
            </a:extLst>
          </p:cNvPr>
          <p:cNvCxnSpPr/>
          <p:nvPr/>
        </p:nvCxnSpPr>
        <p:spPr>
          <a:xfrm>
            <a:off x="9662160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99EF2918-CCEB-7AF5-1AB1-F73883E980A4}"/>
              </a:ext>
            </a:extLst>
          </p:cNvPr>
          <p:cNvSpPr/>
          <p:nvPr/>
        </p:nvSpPr>
        <p:spPr>
          <a:xfrm>
            <a:off x="1807464" y="6667953"/>
            <a:ext cx="2423160" cy="713232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1. Search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room / exit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50176" y="4106667"/>
            <a:ext cx="13564529" cy="2153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endParaRPr lang="en-US" dirty="0">
              <a:solidFill>
                <a:srgbClr val="121212"/>
              </a:solidFill>
              <a:latin typeface="Aptos"/>
            </a:endParaRP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ym typeface="+mn-ea"/>
              </a:rPr>
              <a:t>• </a:t>
            </a:r>
            <a:r>
              <a:rPr lang="en-US" b="1" dirty="0">
                <a:sym typeface="+mn-ea"/>
              </a:rPr>
              <a:t>Frontend:</a:t>
            </a:r>
            <a:r>
              <a:rPr lang="en-US" dirty="0">
                <a:sym typeface="+mn-ea"/>
              </a:rPr>
              <a:t> HTML, CSS, JavaScript and SVG floor maps</a:t>
            </a:r>
            <a:endParaRPr lang="en-US" dirty="0">
              <a:solidFill>
                <a:srgbClr val="121212"/>
              </a:solidFill>
              <a:latin typeface="Aptos"/>
            </a:endParaRP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Backend: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Python </a:t>
            </a:r>
            <a:r>
              <a:rPr lang="en-US" dirty="0" err="1">
                <a:solidFill>
                  <a:srgbClr val="121212"/>
                </a:solidFill>
                <a:latin typeface="Aptos"/>
              </a:rPr>
              <a:t>FastAPI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with SQLite for nodes, edges, rooms and multi-floor connectors.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Routing: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A* shortest-path algorithm with lift/stair mode, blocked connector handling and exit routing.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Location: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Browser GPS is used only outside the building to find the nearest entrance; indoor progress is user-confirmed.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GitHub: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</a:t>
            </a:r>
            <a:r>
              <a:rPr lang="en-US" altLang="en-US" dirty="0">
                <a:solidFill>
                  <a:srgbClr val="121212"/>
                </a:solidFill>
                <a:latin typeface="Aptos"/>
                <a:hlinkClick r:id="rId6" action="ppaction://hlinkfile"/>
              </a:rPr>
              <a:t>https://github.com/IRFANIT123/Theriyama-vandhutom</a:t>
            </a:r>
            <a:endParaRPr lang="en-US" altLang="en-US" dirty="0">
              <a:solidFill>
                <a:srgbClr val="121212"/>
              </a:solidFill>
              <a:latin typeface="Apt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66325" y="3573267"/>
            <a:ext cx="55776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HOW IT WORKS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71601" y="5075006"/>
            <a:ext cx="15234106" cy="2049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Novelty: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Accurate multi-floor A* routing with user-confirmed indoor checkpoints instead of pretending GPS works indoors.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Distinctive Value: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Supports lifts, stairs, exits, nearest outdoor entrance and instant rerouting around unavailable connectors.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Impact: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Reduces confusion and time spent searching for rooms, especially for new students and visitors.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Metrics: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Route success rate, task completion time, reroute time, wrong-turn count and user satisfaction.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Scalability: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Add new floors/buildings through standardized SVG/navigation data without rewriting the routing engine.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Beyond the Hackathon: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Campus-wide wayfinding with accessibility, emergency routing and live facility status.</a:t>
            </a: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55284" y="3785281"/>
            <a:ext cx="115774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NOVELTY, IMPACT &amp; SCALABILITY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613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Aristotelica Pro Bold</vt:lpstr>
      <vt:lpstr>Aptos</vt:lpstr>
      <vt:lpstr>Aristotelica Pro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vinhack 2026 template</dc:title>
  <dc:creator>Keshav.v</dc:creator>
  <cp:lastModifiedBy>keshav v</cp:lastModifiedBy>
  <cp:revision>2</cp:revision>
  <dcterms:created xsi:type="dcterms:W3CDTF">2006-08-16T00:00:00Z</dcterms:created>
  <dcterms:modified xsi:type="dcterms:W3CDTF">2026-09-18T20:04:34Z</dcterms:modified>
  <dc:identifier>DAHVhpV8P-M</dc:identifier>
</cp:coreProperties>
</file>